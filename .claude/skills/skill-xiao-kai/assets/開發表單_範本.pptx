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427" r:id="rId2"/>
  </p:sldIdLst>
  <p:sldSz cx="6858000" cy="9906000" type="A4"/>
  <p:notesSz cx="6889750" cy="1002188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55" userDrawn="1">
          <p15:clr>
            <a:srgbClr val="A4A3A4"/>
          </p15:clr>
        </p15:guide>
        <p15:guide id="2" pos="214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167" autoAdjust="0"/>
    <p:restoredTop sz="93447" autoAdjust="0"/>
  </p:normalViewPr>
  <p:slideViewPr>
    <p:cSldViewPr snapToGrid="0" showGuides="1">
      <p:cViewPr varScale="1">
        <p:scale>
          <a:sx n="96" d="100"/>
          <a:sy n="96" d="100"/>
        </p:scale>
        <p:origin x="3272" y="176"/>
      </p:cViewPr>
      <p:guideLst>
        <p:guide orient="horz" pos="3055"/>
        <p:guide pos="214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BCB1F-680B-4B81-9C3C-C336E48D45E4}" type="datetimeFigureOut">
              <a:rPr lang="zh-TW" altLang="en-US" smtClean="0"/>
              <a:t>2026/8/6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949E8-3974-4D87-8FE6-983783611B1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2663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BCB1F-680B-4B81-9C3C-C336E48D45E4}" type="datetimeFigureOut">
              <a:rPr lang="zh-TW" altLang="en-US" smtClean="0"/>
              <a:t>2026/8/6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949E8-3974-4D87-8FE6-983783611B1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6753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BCB1F-680B-4B81-9C3C-C336E48D45E4}" type="datetimeFigureOut">
              <a:rPr lang="zh-TW" altLang="en-US" smtClean="0"/>
              <a:t>2026/8/6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949E8-3974-4D87-8FE6-983783611B1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36710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BCB1F-680B-4B81-9C3C-C336E48D45E4}" type="datetimeFigureOut">
              <a:rPr lang="zh-TW" altLang="en-US" smtClean="0"/>
              <a:t>2026/8/6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949E8-3974-4D87-8FE6-983783611B1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0026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BCB1F-680B-4B81-9C3C-C336E48D45E4}" type="datetimeFigureOut">
              <a:rPr lang="zh-TW" altLang="en-US" smtClean="0"/>
              <a:t>2026/8/6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949E8-3974-4D87-8FE6-983783611B1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0447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BCB1F-680B-4B81-9C3C-C336E48D45E4}" type="datetimeFigureOut">
              <a:rPr lang="zh-TW" altLang="en-US" smtClean="0"/>
              <a:t>2026/8/6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949E8-3974-4D87-8FE6-983783611B1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3314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BCB1F-680B-4B81-9C3C-C336E48D45E4}" type="datetimeFigureOut">
              <a:rPr lang="zh-TW" altLang="en-US" smtClean="0"/>
              <a:t>2026/8/6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949E8-3974-4D87-8FE6-983783611B1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1076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BCB1F-680B-4B81-9C3C-C336E48D45E4}" type="datetimeFigureOut">
              <a:rPr lang="zh-TW" altLang="en-US" smtClean="0"/>
              <a:t>2026/8/6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949E8-3974-4D87-8FE6-983783611B1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3813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BCB1F-680B-4B81-9C3C-C336E48D45E4}" type="datetimeFigureOut">
              <a:rPr lang="zh-TW" altLang="en-US" smtClean="0"/>
              <a:t>2026/8/6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949E8-3974-4D87-8FE6-983783611B1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780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BCB1F-680B-4B81-9C3C-C336E48D45E4}" type="datetimeFigureOut">
              <a:rPr lang="zh-TW" altLang="en-US" smtClean="0"/>
              <a:t>2026/8/6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949E8-3974-4D87-8FE6-983783611B1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9165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BCB1F-680B-4B81-9C3C-C336E48D45E4}" type="datetimeFigureOut">
              <a:rPr lang="zh-TW" altLang="en-US" smtClean="0"/>
              <a:t>2026/8/6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949E8-3974-4D87-8FE6-983783611B1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9757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1BCB1F-680B-4B81-9C3C-C336E48D45E4}" type="datetimeFigureOut">
              <a:rPr lang="zh-TW" altLang="en-US" smtClean="0"/>
              <a:t>2026/8/6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6949E8-3974-4D87-8FE6-983783611B1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4689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buy.yungching.com.tw/house/7278354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273D0-7665-1AEE-E8F1-2307FDF93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4EB0B0F7-1513-77E3-D300-4355FAEABA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581300"/>
              </p:ext>
            </p:extLst>
          </p:nvPr>
        </p:nvGraphicFramePr>
        <p:xfrm>
          <a:off x="97276" y="145168"/>
          <a:ext cx="6652162" cy="9544177"/>
        </p:xfrm>
        <a:graphic>
          <a:graphicData uri="http://schemas.openxmlformats.org/drawingml/2006/table">
            <a:tbl>
              <a:tblPr/>
              <a:tblGrid>
                <a:gridCol w="1133436">
                  <a:extLst>
                    <a:ext uri="{9D8B030D-6E8A-4147-A177-3AD203B41FA5}">
                      <a16:colId xmlns:a16="http://schemas.microsoft.com/office/drawing/2014/main" val="3926813219"/>
                    </a:ext>
                  </a:extLst>
                </a:gridCol>
                <a:gridCol w="508345">
                  <a:extLst>
                    <a:ext uri="{9D8B030D-6E8A-4147-A177-3AD203B41FA5}">
                      <a16:colId xmlns:a16="http://schemas.microsoft.com/office/drawing/2014/main" val="932954230"/>
                    </a:ext>
                  </a:extLst>
                </a:gridCol>
                <a:gridCol w="116840">
                  <a:extLst>
                    <a:ext uri="{9D8B030D-6E8A-4147-A177-3AD203B41FA5}">
                      <a16:colId xmlns:a16="http://schemas.microsoft.com/office/drawing/2014/main" val="1735076941"/>
                    </a:ext>
                  </a:extLst>
                </a:gridCol>
                <a:gridCol w="152947">
                  <a:extLst>
                    <a:ext uri="{9D8B030D-6E8A-4147-A177-3AD203B41FA5}">
                      <a16:colId xmlns:a16="http://schemas.microsoft.com/office/drawing/2014/main" val="1445183549"/>
                    </a:ext>
                  </a:extLst>
                </a:gridCol>
                <a:gridCol w="598490">
                  <a:extLst>
                    <a:ext uri="{9D8B030D-6E8A-4147-A177-3AD203B41FA5}">
                      <a16:colId xmlns:a16="http://schemas.microsoft.com/office/drawing/2014/main" val="2685503573"/>
                    </a:ext>
                  </a:extLst>
                </a:gridCol>
                <a:gridCol w="501626">
                  <a:extLst>
                    <a:ext uri="{9D8B030D-6E8A-4147-A177-3AD203B41FA5}">
                      <a16:colId xmlns:a16="http://schemas.microsoft.com/office/drawing/2014/main" val="4071655731"/>
                    </a:ext>
                  </a:extLst>
                </a:gridCol>
                <a:gridCol w="540745">
                  <a:extLst>
                    <a:ext uri="{9D8B030D-6E8A-4147-A177-3AD203B41FA5}">
                      <a16:colId xmlns:a16="http://schemas.microsoft.com/office/drawing/2014/main" val="30966665"/>
                    </a:ext>
                  </a:extLst>
                </a:gridCol>
                <a:gridCol w="267777">
                  <a:extLst>
                    <a:ext uri="{9D8B030D-6E8A-4147-A177-3AD203B41FA5}">
                      <a16:colId xmlns:a16="http://schemas.microsoft.com/office/drawing/2014/main" val="3579694391"/>
                    </a:ext>
                  </a:extLst>
                </a:gridCol>
                <a:gridCol w="1270011">
                  <a:extLst>
                    <a:ext uri="{9D8B030D-6E8A-4147-A177-3AD203B41FA5}">
                      <a16:colId xmlns:a16="http://schemas.microsoft.com/office/drawing/2014/main" val="896006956"/>
                    </a:ext>
                  </a:extLst>
                </a:gridCol>
                <a:gridCol w="1561945">
                  <a:extLst>
                    <a:ext uri="{9D8B030D-6E8A-4147-A177-3AD203B41FA5}">
                      <a16:colId xmlns:a16="http://schemas.microsoft.com/office/drawing/2014/main" val="1656384603"/>
                    </a:ext>
                  </a:extLst>
                </a:gridCol>
              </a:tblGrid>
              <a:tr h="951795">
                <a:tc gridSpan="3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雙敦三房美妝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尋找中</a:t>
                      </a: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已連繫</a:t>
                      </a: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售出</a:t>
                      </a:r>
                      <a:endParaRPr kumimoji="0" lang="zh-TW" altLang="en-US" sz="13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尋找中  </a:t>
                      </a: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  </a:t>
                      </a:r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已連繫  </a:t>
                      </a:r>
                      <a:r>
                        <a:rPr kumimoji="0" lang="en-US" altLang="zh-TW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/  </a:t>
                      </a:r>
                      <a:r>
                        <a:rPr kumimoji="0" lang="zh-TW" alt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售出</a:t>
                      </a:r>
                      <a:endParaRPr kumimoji="0" lang="zh-TW" altLang="en-US" sz="135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9276003"/>
                  </a:ext>
                </a:extLst>
              </a:tr>
              <a:tr h="3347101">
                <a:tc gridSpan="10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4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228731391"/>
                  </a:ext>
                </a:extLst>
              </a:tr>
              <a:tr h="818280">
                <a:tc gridSpan="10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八德路二段</a:t>
                      </a:r>
                      <a:r>
                        <a:rPr kumimoji="0" lang="en-US" altLang="zh-TW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437</a:t>
                      </a:r>
                      <a:r>
                        <a:rPr kumimoji="0" lang="zh-TW" altLang="en-US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巷</a:t>
                      </a:r>
                      <a:r>
                        <a:rPr kumimoji="0" lang="en-US" altLang="zh-TW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</a:t>
                      </a:r>
                      <a:r>
                        <a:rPr kumimoji="0" lang="zh-TW" altLang="en-US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弄</a:t>
                      </a:r>
                      <a:r>
                        <a:rPr kumimoji="0" lang="en-US" altLang="zh-TW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12</a:t>
                      </a:r>
                      <a:r>
                        <a:rPr kumimoji="0" lang="zh-TW" altLang="en-US" sz="3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號四樓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zh-TW" altLang="en-US" sz="4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5525962"/>
                  </a:ext>
                </a:extLst>
              </a:tr>
              <a:tr h="450541">
                <a:tc gridSpan="2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民國</a:t>
                      </a:r>
                      <a:r>
                        <a:rPr lang="en-US" altLang="zh-TW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105</a:t>
                      </a:r>
                      <a:r>
                        <a:rPr lang="zh-TW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</a:t>
                      </a:r>
                      <a:r>
                        <a:rPr lang="en-US" altLang="zh-TW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04</a:t>
                      </a:r>
                      <a:r>
                        <a:rPr lang="zh-TW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r>
                        <a:rPr lang="en-US" altLang="zh-TW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r>
                        <a:rPr lang="zh-TW" altLang="en-US" sz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r>
                        <a:rPr lang="zh-TW" altLang="en-US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登記原因 </a:t>
                      </a: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: </a:t>
                      </a:r>
                      <a:r>
                        <a:rPr lang="zh-TW" altLang="en-US" sz="120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買賣</a:t>
                      </a:r>
                      <a:endParaRPr lang="zh-TW" altLang="en-US" sz="1400" dirty="0"/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10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+mn-ea"/>
                        </a:rPr>
                        <a:t>戶籍地址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+mn-ea"/>
                          <a:cs typeface="+mn-cs"/>
                        </a:rPr>
                        <a:t>同上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8575689"/>
                  </a:ext>
                </a:extLst>
              </a:tr>
              <a:tr h="4454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統一編號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姓名</a:t>
                      </a: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性別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性別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生日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</a:rPr>
                        <a:t>手機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+mn-ea"/>
                        </a:rPr>
                        <a:t>住家電話</a:t>
                      </a:r>
                    </a:p>
                  </a:txBody>
                  <a:tcPr marL="6350" marR="6350" marT="635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968534428"/>
                  </a:ext>
                </a:extLst>
              </a:tr>
              <a:tr h="375445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35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F2242</a:t>
                      </a:r>
                      <a:endParaRPr lang="en-US" altLang="zh-TW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+mn-ea"/>
                          <a:cs typeface="+mn-cs"/>
                        </a:rPr>
                        <a:t>李</a:t>
                      </a:r>
                      <a:endParaRPr lang="en-US" altLang="zh-TW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+mn-ea"/>
                          <a:cs typeface="+mn-cs"/>
                        </a:rPr>
                        <a:t>女</a:t>
                      </a:r>
                      <a:endParaRPr lang="en-US" altLang="zh-TW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200" b="0" i="0" u="none" strike="noStrike" kern="1200" dirty="0">
                        <a:solidFill>
                          <a:srgbClr val="FF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082192"/>
                  </a:ext>
                </a:extLst>
              </a:tr>
              <a:tr h="37544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TW" alt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alt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新細明體" panose="02020500000000000000" pitchFamily="18" charset="-120"/>
                          <a:ea typeface="新細明體" panose="02020500000000000000" pitchFamily="18" charset="-120"/>
                          <a:cs typeface="+mn-cs"/>
                        </a:rPr>
                        <a:t>男</a:t>
                      </a:r>
                      <a:endParaRPr lang="en-US" altLang="zh-TW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TW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6350" marR="6350" marT="6350" marB="0" anchor="ctr"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zh-TW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200" b="0" i="0" u="none" strike="noStrike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新細明體" panose="02020500000000000000" pitchFamily="18" charset="-120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41018031"/>
                  </a:ext>
                </a:extLst>
              </a:tr>
              <a:tr h="2780163">
                <a:tc gridSpan="10"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hlinkClick r:id="rId2"/>
                        </a:rPr>
                        <a:t>https://buy.yungching.com.tw/house/7278354</a:t>
                      </a:r>
                      <a:r>
                        <a:rPr lang="en-US" altLang="zh-TW" sz="18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2357607"/>
                  </a:ext>
                </a:extLst>
              </a:tr>
            </a:tbl>
          </a:graphicData>
        </a:graphic>
      </p:graphicFrame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9EAF5A9-6F31-E1A0-41C5-85965DF27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3539709" y="9161942"/>
            <a:ext cx="1543050" cy="527403"/>
          </a:xfrm>
        </p:spPr>
        <p:txBody>
          <a:bodyPr/>
          <a:lstStyle/>
          <a:p>
            <a:fld id="{6C6949E8-3974-4D87-8FE6-983783611B10}" type="slidenum">
              <a:rPr lang="zh-TW" altLang="en-US" smtClean="0"/>
              <a:t>1</a:t>
            </a:fld>
            <a:r>
              <a:rPr lang="en-US" altLang="zh-TW" dirty="0"/>
              <a:t>`</a:t>
            </a:r>
          </a:p>
          <a:p>
            <a:endParaRPr lang="zh-TW" altLang="en-US" dirty="0"/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2AF65C90-F24E-33C8-58B1-85D78C354A42}"/>
              </a:ext>
            </a:extLst>
          </p:cNvPr>
          <p:cNvSpPr/>
          <p:nvPr/>
        </p:nvSpPr>
        <p:spPr>
          <a:xfrm>
            <a:off x="3943488" y="412422"/>
            <a:ext cx="821267" cy="33866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0710C37-3550-8775-BA9D-356114578B5E}"/>
              </a:ext>
            </a:extLst>
          </p:cNvPr>
          <p:cNvSpPr txBox="1"/>
          <p:nvPr/>
        </p:nvSpPr>
        <p:spPr>
          <a:xfrm>
            <a:off x="1958805" y="250523"/>
            <a:ext cx="20797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刊登：</a:t>
            </a:r>
            <a:r>
              <a:rPr lang="en-US" altLang="zh-TW" dirty="0"/>
              <a:t>2022\09\25</a:t>
            </a:r>
          </a:p>
          <a:p>
            <a:r>
              <a:rPr lang="zh-TW" altLang="en-US" dirty="0"/>
              <a:t>仲介：永、中信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036F8577-A71A-A623-5748-DD445F4002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279" y="1237685"/>
            <a:ext cx="5354829" cy="2981172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582E81EB-8671-0A80-56B8-FF08F1839E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3295" y="0"/>
            <a:ext cx="3808688" cy="5383110"/>
          </a:xfrm>
          <a:prstGeom prst="rect">
            <a:avLst/>
          </a:prstGeom>
        </p:spPr>
      </p:pic>
      <p:pic>
        <p:nvPicPr>
          <p:cNvPr id="12" name="圖片 11" descr="https://img2.591.com.tw/house/2025/12/13/176561707985258609.jpg!1000x.water2.jpg">
            <a:extLst>
              <a:ext uri="{FF2B5EF4-FFF2-40B4-BE49-F238E27FC236}">
                <a16:creationId xmlns:a16="http://schemas.microsoft.com/office/drawing/2014/main" id="{22BA46BD-ED3A-70E7-8441-ACAA99D393E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2064" r="27070"/>
          <a:stretch>
            <a:fillRect/>
          </a:stretch>
        </p:blipFill>
        <p:spPr>
          <a:xfrm>
            <a:off x="5764111" y="2130484"/>
            <a:ext cx="933450" cy="208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5601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50775</TotalTime>
  <Words>70</Words>
  <Application>Microsoft Macintosh PowerPoint</Application>
  <PresentationFormat>A4 紙張 (210x297 公釐)</PresentationFormat>
  <Paragraphs>19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7" baseType="lpstr">
      <vt:lpstr>新細明體</vt:lpstr>
      <vt:lpstr>微软雅黑</vt:lpstr>
      <vt:lpstr>Arial</vt:lpstr>
      <vt:lpstr>Calibri</vt:lpstr>
      <vt:lpstr>Calibri Light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leo liu</dc:creator>
  <cp:lastModifiedBy>leo liu</cp:lastModifiedBy>
  <cp:revision>280</cp:revision>
  <cp:lastPrinted>2026-06-16T04:42:31Z</cp:lastPrinted>
  <dcterms:created xsi:type="dcterms:W3CDTF">2023-07-06T12:43:56Z</dcterms:created>
  <dcterms:modified xsi:type="dcterms:W3CDTF">2026-08-06T08:44:48Z</dcterms:modified>
</cp:coreProperties>
</file>